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content for the conversion test.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Bullet content for the conversion test.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